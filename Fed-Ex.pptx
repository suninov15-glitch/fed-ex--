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4b878a422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4b878a422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4b878a422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4b878a422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4b878a4220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4b878a422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4b878a422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4b878a422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4b878a422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4b878a422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4b878a4220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4b878a4220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26855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Fed-Ex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2546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1292" y="575900"/>
            <a:ext cx="6903858" cy="258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 title="Screenshot 2025-04-13 at 5.32.5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92008"/>
            <a:ext cx="9144001" cy="39594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 title="Screenshot 2025-04-13 at 5.35.1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2729" y="0"/>
            <a:ext cx="605854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 title="Screenshot 2025-04-13 at 5.35.4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2492" y="0"/>
            <a:ext cx="6139015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 title="Screenshot 2025-04-13 at 5.36.0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13288"/>
            <a:ext cx="9143999" cy="35169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 title="Screenshot 2025-04-13 at 5.36.3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89" y="0"/>
            <a:ext cx="909662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9" title="Screenshot 2025-04-13 at 5.36.5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9085"/>
            <a:ext cx="9144001" cy="48053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